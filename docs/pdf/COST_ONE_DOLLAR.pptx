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17320"/>
          <a:ext cx="108813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017520"/>
                <a:gridCol w="438912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>
                    <a:solidFill>
                      <a:srgbClr val="4A56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4A56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anchor="ctr">
                    <a:solidFill>
                      <a:srgbClr val="4A567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Complete voice notes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≈ 1,170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Whisper + GPT-4o-mini (115 voice notes)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LLM voice planner only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≈ 2,160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gpt-4o-mini voice_parse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Whisper STT only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≈ 2,560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whisper-1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Expected voice compute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≈ 6–18 s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Typical end-to-end reply (≈ 4 s of audio)</a:t>
                      </a:r>
                    </a:p>
                  </a:txBody>
                  <a:tcPr anchor="ctr">
                    <a:solidFill>
                      <a:srgbClr val="DEE4F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Test volume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1,004 WhatsApp messages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D3748"/>
                          </a:solidFill>
                          <a:latin typeface="Calibri"/>
                        </a:rPr>
                        <a:t>790 inbound · 214 outbound · 0 failed</a:t>
                      </a:r>
                    </a:p>
                  </a:txBody>
                  <a:tcPr anchor="ctr">
                    <a:solidFill>
                      <a:srgbClr val="E9ED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