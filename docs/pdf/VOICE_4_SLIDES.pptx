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34E4A"/>
                </a:solidFill>
                <a:latin typeface="Segoe UI"/>
              </a:rPr>
              <a:t>Split Voice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Keywords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5603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56032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Segoe UI"/>
              </a:rPr>
              <a:t>Voice Note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WhatsApp audio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6032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Segoe UI"/>
              </a:rPr>
              <a:t>STT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Whisper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5603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25603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Segoe UI"/>
              </a:rPr>
              <a:t>AI Plan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Planner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28800"/>
            <a:ext cx="25603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1828800"/>
            <a:ext cx="25603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14884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Segoe UI"/>
              </a:rPr>
              <a:t>DB Check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Executor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46304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No TTS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4572000"/>
            <a:ext cx="182880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Same funnel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4572000"/>
            <a:ext cx="146304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AR + 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34E4A"/>
                </a:solidFill>
                <a:latin typeface="Segoe UI"/>
              </a:rPr>
              <a:t>Why Voice?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Problem →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580C"/>
                </a:solidFill>
                <a:latin typeface="Segoe UI"/>
              </a:rPr>
              <a:t>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4754880" cy="594360"/>
          </a:xfrm>
          <a:prstGeom prst="round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A580C"/>
                </a:solidFill>
                <a:latin typeface="Segoe UI"/>
              </a:rPr>
              <a:t>Typing friction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39"/>
            <a:ext cx="4754880" cy="594360"/>
          </a:xfrm>
          <a:prstGeom prst="round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A580C"/>
                </a:solidFill>
                <a:latin typeface="Segoe UI"/>
              </a:rPr>
              <a:t>Dialect hard to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94760"/>
            <a:ext cx="4754880" cy="594360"/>
          </a:xfrm>
          <a:prstGeom prst="round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A580C"/>
                </a:solidFill>
                <a:latin typeface="Segoe UI"/>
              </a:rPr>
              <a:t>Chat drop-off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526280"/>
            <a:ext cx="4754880" cy="594360"/>
          </a:xfrm>
          <a:prstGeom prst="round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A580C"/>
                </a:solidFill>
                <a:latin typeface="Segoe UI"/>
              </a:rPr>
              <a:t>Slow booking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9496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766E"/>
                </a:solidFill>
                <a:latin typeface="Segoe UI"/>
              </a:rPr>
              <a:t>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331720"/>
            <a:ext cx="4754880" cy="5943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766E"/>
                </a:solidFill>
                <a:latin typeface="Segoe UI"/>
              </a:rPr>
              <a:t>Speak naturally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063239"/>
            <a:ext cx="4754880" cy="5943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766E"/>
                </a:solidFill>
                <a:latin typeface="Segoe UI"/>
              </a:rPr>
              <a:t>Same booking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794760"/>
            <a:ext cx="4754880" cy="5943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766E"/>
                </a:solidFill>
                <a:latin typeface="Segoe UI"/>
              </a:rPr>
              <a:t>Faster engage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526280"/>
            <a:ext cx="4754880" cy="5943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766E"/>
                </a:solidFill>
                <a:latin typeface="Segoe UI"/>
              </a:rPr>
              <a:t>No separate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34E4A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Whisper → Planner → Executor → Reply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56032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44751" y="205740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377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Segoe UI"/>
              </a:rPr>
              <a:t>Whisper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828800"/>
            <a:ext cx="256032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79392" y="2057400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2377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EA5E9"/>
                </a:solidFill>
                <a:latin typeface="Segoe UI"/>
              </a:rPr>
              <a:t>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828800"/>
            <a:ext cx="256032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14032" y="2057400"/>
            <a:ext cx="402336" cy="402336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651760"/>
            <a:ext cx="2377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4E4A"/>
                </a:solidFill>
                <a:latin typeface="Segoe UI"/>
              </a:rPr>
              <a:t>Executor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56032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48672" y="2057400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2651760"/>
            <a:ext cx="2377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Segoe UI"/>
              </a:rPr>
              <a:t>Reply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26080" y="2880360"/>
            <a:ext cx="292608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760720" y="2880360"/>
            <a:ext cx="292608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595360" y="2880360"/>
            <a:ext cx="292608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182880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STT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572000"/>
            <a:ext cx="182880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VoicePlan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572000"/>
            <a:ext cx="182880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DB Validate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4572000"/>
            <a:ext cx="182880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Buttons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34E4A"/>
                </a:solidFill>
                <a:latin typeface="Segoe UI"/>
              </a:rPr>
              <a:t>AI suggests   ·   System confirms   ·   DB = source of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34E4A"/>
                </a:solidFill>
                <a:latin typeface="Segoe UI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Remember these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260604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260604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Segoe UI"/>
              </a:rPr>
              <a:t>Input only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Not a new 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28800"/>
            <a:ext cx="260604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828800"/>
            <a:ext cx="260604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Segoe UI"/>
              </a:rPr>
              <a:t>AI plans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Next booking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60604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260604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Segoe UI"/>
              </a:rPr>
              <a:t>System proves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Live hospital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828800"/>
            <a:ext cx="260604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89720" y="1828800"/>
            <a:ext cx="260604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148840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Segoe UI"/>
              </a:rPr>
              <a:t>Buttons out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No robot 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754880"/>
            <a:ext cx="137160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Safe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754880"/>
            <a:ext cx="219456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Arabic + English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754880"/>
            <a:ext cx="1828800" cy="365760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4E4A"/>
                </a:solidFill>
                <a:latin typeface="Segoe UI"/>
              </a:rPr>
              <a:t>One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